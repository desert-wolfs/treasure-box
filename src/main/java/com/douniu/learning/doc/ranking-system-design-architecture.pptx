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亿级排行榜系统设计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支持10亿用户 / 百万QPS / 秒级查询</a:t>
            </a:r>
          </a:p>
          <a:p>
            <a:r>
              <a:t>核心主题：冷热数据、分片、TopK、多级缓存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用户规模：10亿</a:t>
            </a:r>
          </a:p>
          <a:p>
            <a:r>
              <a:t>• 日活：1亿</a:t>
            </a:r>
          </a:p>
          <a:p>
            <a:r>
              <a:t>• QPS：10万~100万</a:t>
            </a:r>
          </a:p>
          <a:p>
            <a:r>
              <a:t>• 排行榜实时更新</a:t>
            </a:r>
          </a:p>
          <a:p>
            <a:r>
              <a:t>• 防刷榜和热点问题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排行榜访问特点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访问集中在前列：</a:t>
            </a:r>
          </a:p>
          <a:p>
            <a:r>
              <a:t>Top100 → 70%</a:t>
            </a:r>
          </a:p>
          <a:p>
            <a:r>
              <a:t>Top1000 → 20%</a:t>
            </a:r>
          </a:p>
          <a:p>
            <a:r>
              <a:t>Top10万 → 9%</a:t>
            </a:r>
          </a:p>
          <a:p>
            <a:r>
              <a:t>其他用户 → 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冷热数据划分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热数据：Top100 / Top1000</a:t>
            </a:r>
          </a:p>
          <a:p>
            <a:r>
              <a:t>温数据：Top10万</a:t>
            </a:r>
          </a:p>
          <a:p>
            <a:r>
              <a:t>冷数据：长尾用户</a:t>
            </a:r>
          </a:p>
          <a:p>
            <a:r>
              <a:t>判断依据：排名 + 访问频率 + 是否影响榜单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分层存储架构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Redis：Top1万</a:t>
            </a:r>
          </a:p>
          <a:p>
            <a:r>
              <a:t>Redis Cluster：Top100万</a:t>
            </a:r>
          </a:p>
          <a:p>
            <a:r>
              <a:t>DB / HBase：其他用户</a:t>
            </a:r>
          </a:p>
          <a:p>
            <a:r>
              <a:t>90%请求命中Redis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排行榜分片设计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10亿用户 → 1024 shards</a:t>
            </a:r>
          </a:p>
          <a:p>
            <a:r>
              <a:t>每个shard约100万用户</a:t>
            </a:r>
          </a:p>
          <a:p>
            <a:r>
              <a:t>shard = userId % 1024</a:t>
            </a:r>
          </a:p>
          <a:p>
            <a:r>
              <a:t>避免单机瓶颈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TopK算法优化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每个Shard只保留 Top1000</a:t>
            </a:r>
          </a:p>
          <a:p>
            <a:r>
              <a:t>1024 × 1000 ≈ 102万数据</a:t>
            </a:r>
          </a:p>
          <a:p>
            <a:r>
              <a:t>合并得到 Global Top1000</a:t>
            </a:r>
          </a:p>
          <a:p>
            <a:r>
              <a:t>避免排序10亿数据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查询流程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查询Top榜：</a:t>
            </a:r>
          </a:p>
          <a:p>
            <a:r>
              <a:t>Client → Redis → 返回结果</a:t>
            </a:r>
          </a:p>
          <a:p/>
          <a:p>
            <a:r>
              <a:t>查询个人排名：</a:t>
            </a:r>
          </a:p>
          <a:p>
            <a:r>
              <a:t>Client → Redis → miss → DB/HBase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多级缓存架构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</a:t>
            </a:r>
          </a:p>
          <a:p>
            <a:r>
              <a:t> ↓</a:t>
            </a:r>
          </a:p>
          <a:p>
            <a:r>
              <a:t>CDN</a:t>
            </a:r>
          </a:p>
          <a:p>
            <a:r>
              <a:t> ↓</a:t>
            </a:r>
          </a:p>
          <a:p>
            <a:r>
              <a:t>Local Cache</a:t>
            </a:r>
          </a:p>
          <a:p>
            <a:r>
              <a:t> ↓</a:t>
            </a:r>
          </a:p>
          <a:p>
            <a:r>
              <a:t>Redis</a:t>
            </a:r>
          </a:p>
          <a:p>
            <a:r>
              <a:t> ↓</a:t>
            </a:r>
          </a:p>
          <a:p>
            <a:r>
              <a:t>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防刷榜机制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行为检测：异常积分增长</a:t>
            </a:r>
          </a:p>
          <a:p>
            <a:r>
              <a:t>风控系统：IP / 设备 / 行为分析</a:t>
            </a:r>
          </a:p>
          <a:p>
            <a:r>
              <a:t>延迟入榜：风控后再更新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热点Key问题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Top榜可能出现100万QPS</a:t>
            </a:r>
          </a:p>
          <a:p>
            <a:r>
              <a:t>解决方案：</a:t>
            </a:r>
          </a:p>
          <a:p>
            <a:r>
              <a:t>• Key多副本</a:t>
            </a:r>
          </a:p>
          <a:p>
            <a:r>
              <a:t>• 本地缓存</a:t>
            </a:r>
          </a:p>
          <a:p>
            <a:r>
              <a:t>• CDN缓存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最终架构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API Gateway → Score Service</a:t>
            </a:r>
          </a:p>
          <a:p>
            <a:r>
              <a:t>→ Kafka → Rank Compute</a:t>
            </a:r>
          </a:p>
          <a:p>
            <a:r>
              <a:t>→ Shard Redis → Global Rank</a:t>
            </a:r>
          </a:p>
          <a:p>
            <a:r>
              <a:t>→ Cache → CDN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核心原则：</a:t>
            </a:r>
          </a:p>
          <a:p>
            <a:r>
              <a:t>1 分片</a:t>
            </a:r>
          </a:p>
          <a:p>
            <a:r>
              <a:t>2 TopK</a:t>
            </a:r>
          </a:p>
          <a:p>
            <a:r>
              <a:t>3 冷热数据分离</a:t>
            </a:r>
          </a:p>
          <a:p>
            <a:r>
              <a:t>4 多级缓存</a:t>
            </a:r>
          </a:p>
          <a:p>
            <a:r>
              <a:t>5 防作弊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