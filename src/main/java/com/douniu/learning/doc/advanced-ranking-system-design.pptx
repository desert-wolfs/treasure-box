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排行榜系统设计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10亿用户 / 百万QPS / 秒级访问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系统挑战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亿级排序</a:t>
            </a:r>
          </a:p>
          <a:p>
            <a:r>
              <a:t>高并发查询</a:t>
            </a:r>
          </a:p>
          <a:p>
            <a:r>
              <a:t>热点Key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访问特点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Top100访问最多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冷热数据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Top100热</a:t>
            </a:r>
          </a:p>
          <a:p>
            <a:r>
              <a:t>Top10万温</a:t>
            </a:r>
          </a:p>
          <a:p>
            <a:r>
              <a:t>长尾冷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分层存储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Redis + DB + HBase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分片设计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1024 shards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TopK算法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每个分片Top1000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缓存架构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CDN + Local + Redis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防刷榜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行为检测 + 风控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系统架构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Gateway → Kafka → Flink → Redis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总结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分片 + TopK + 冷热分离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